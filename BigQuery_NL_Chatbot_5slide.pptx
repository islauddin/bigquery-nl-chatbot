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035040" cy="60350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097280"/>
            <a:ext cx="3840480" cy="38404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297680"/>
            <a:ext cx="4023360" cy="402336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71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5974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87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NL Chatbot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your BigQuery data in plain English — Gemini writes the SQL, guardrails keep it safe, and dry-run cost checks keep the bill in line.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1272845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257800"/>
            <a:ext cx="12728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351837" y="5257800"/>
            <a:ext cx="976579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3" name="Text 10"/>
          <p:cNvSpPr/>
          <p:nvPr/>
        </p:nvSpPr>
        <p:spPr>
          <a:xfrm>
            <a:off x="2351837" y="5257800"/>
            <a:ext cx="9765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84448" y="5257800"/>
            <a:ext cx="1174090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4448" y="5257800"/>
            <a:ext cx="11740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14570" y="5257800"/>
            <a:ext cx="2359152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7" name="Text 14"/>
          <p:cNvSpPr/>
          <p:nvPr/>
        </p:nvSpPr>
        <p:spPr>
          <a:xfrm>
            <a:off x="5014570" y="52578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guardrails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becomes a safe answer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938528"/>
            <a:ext cx="603504" cy="60350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503" y="209543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334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944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2414016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07792" y="17373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48456" y="1938528"/>
            <a:ext cx="603504" cy="60350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367" y="2095439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99232" y="26334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999232" y="2944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SQL, schema-grounded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414016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48656" y="17373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989320" y="1938528"/>
            <a:ext cx="603504" cy="60350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231" y="2095439"/>
            <a:ext cx="289682" cy="2896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40096" y="26334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guardrail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340096" y="2944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SELECT-only, whitelist, LIMIT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2414016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589520" y="17373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330184" y="1938528"/>
            <a:ext cx="603504" cy="60350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7095" y="2095439"/>
            <a:ext cx="289682" cy="28968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680960" y="26334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dry-run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680960" y="2944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0" y="2414016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930384" y="17373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671048" y="1938528"/>
            <a:ext cx="603504" cy="60350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7959" y="2095439"/>
            <a:ext cx="289682" cy="28968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021824" y="26334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10021824" y="2944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as DataFrame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8631936" y="3291840"/>
            <a:ext cx="0" cy="411480"/>
          </a:xfrm>
          <a:prstGeom prst="line">
            <a:avLst/>
          </a:prstGeom>
          <a:noFill/>
          <a:ln w="19050">
            <a:solidFill>
              <a:srgbClr val="C9553D"/>
            </a:solidFill>
            <a:prstDash val="dash"/>
          </a:ln>
        </p:spPr>
      </p:sp>
      <p:sp>
        <p:nvSpPr>
          <p:cNvPr id="34" name="Shape 23"/>
          <p:cNvSpPr/>
          <p:nvPr/>
        </p:nvSpPr>
        <p:spPr>
          <a:xfrm>
            <a:off x="7269480" y="3749040"/>
            <a:ext cx="2724912" cy="822960"/>
          </a:xfrm>
          <a:prstGeom prst="roundRect">
            <a:avLst>
              <a:gd name="adj" fmla="val 11111"/>
            </a:avLst>
          </a:prstGeom>
          <a:solidFill>
            <a:srgbClr val="3A1E1B"/>
          </a:solidFill>
          <a:ln w="12700">
            <a:solidFill>
              <a:srgbClr val="C9553D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7360920" y="38221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budget → rejected</a:t>
            </a:r>
            <a:endParaRPr lang="en-US" sz="1250" dirty="0"/>
          </a:p>
        </p:txBody>
      </p:sp>
      <p:sp>
        <p:nvSpPr>
          <p:cNvPr id="36" name="Text 25"/>
          <p:cNvSpPr/>
          <p:nvPr/>
        </p:nvSpPr>
        <p:spPr>
          <a:xfrm>
            <a:off x="7360920" y="413308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QueryTooExpensiveError · no data scanned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566928" y="4892040"/>
            <a:ext cx="5532120" cy="1508760"/>
          </a:xfrm>
          <a:prstGeom prst="roundRect">
            <a:avLst>
              <a:gd name="adj" fmla="val 6061"/>
            </a:avLst>
          </a:prstGeom>
          <a:solidFill>
            <a:srgbClr val="12454E"/>
          </a:solidFill>
          <a:ln/>
        </p:spPr>
      </p:sp>
      <p:sp>
        <p:nvSpPr>
          <p:cNvPr id="38" name="Shape 27"/>
          <p:cNvSpPr/>
          <p:nvPr/>
        </p:nvSpPr>
        <p:spPr>
          <a:xfrm>
            <a:off x="868680" y="5193792"/>
            <a:ext cx="640080" cy="640080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101" y="5360213"/>
            <a:ext cx="307238" cy="30723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69164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BigQuery</a:t>
            </a:r>
            <a:endParaRPr lang="en-US" sz="1500" dirty="0"/>
          </a:p>
        </p:txBody>
      </p:sp>
      <p:sp>
        <p:nvSpPr>
          <p:cNvPr id="41" name="Text 29"/>
          <p:cNvSpPr/>
          <p:nvPr/>
        </p:nvSpPr>
        <p:spPr>
          <a:xfrm>
            <a:off x="868680" y="574243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uploads their own key, points at their own datasets. Session-only credentials — nothing on disk, no .env, no shared backend.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6309360" y="4892040"/>
            <a:ext cx="5330952" cy="1508760"/>
          </a:xfrm>
          <a:prstGeom prst="roundRect">
            <a:avLst>
              <a:gd name="adj" fmla="val 6061"/>
            </a:avLst>
          </a:prstGeom>
          <a:solidFill>
            <a:srgbClr val="12454E"/>
          </a:solidFill>
          <a:ln/>
        </p:spPr>
      </p:sp>
      <p:sp>
        <p:nvSpPr>
          <p:cNvPr id="43" name="Text 31"/>
          <p:cNvSpPr/>
          <p:nvPr/>
        </p:nvSpPr>
        <p:spPr>
          <a:xfrm>
            <a:off x="66294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 → DELIVERED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6583680" y="5532120"/>
            <a:ext cx="1548994" cy="548640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0" y="5696712"/>
            <a:ext cx="219456" cy="21945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040880" y="5532120"/>
            <a:ext cx="1036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table</a:t>
            </a:r>
            <a:endParaRPr lang="en-US" sz="1150" dirty="0"/>
          </a:p>
        </p:txBody>
      </p:sp>
      <p:sp>
        <p:nvSpPr>
          <p:cNvPr id="47" name="Shape 34"/>
          <p:cNvSpPr/>
          <p:nvPr/>
        </p:nvSpPr>
        <p:spPr>
          <a:xfrm>
            <a:off x="8278978" y="5532120"/>
            <a:ext cx="1548994" cy="548640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1858" y="5696712"/>
            <a:ext cx="219456" cy="21945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8736178" y="5532120"/>
            <a:ext cx="1036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1150" dirty="0"/>
          </a:p>
        </p:txBody>
      </p:sp>
      <p:sp>
        <p:nvSpPr>
          <p:cNvPr id="50" name="Shape 36"/>
          <p:cNvSpPr/>
          <p:nvPr/>
        </p:nvSpPr>
        <p:spPr>
          <a:xfrm>
            <a:off x="9974275" y="5532120"/>
            <a:ext cx="1307592" cy="548640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57155" y="5696712"/>
            <a:ext cx="219456" cy="219456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10431475" y="5532120"/>
            <a:ext cx="79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layer runs 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9762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922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36192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≥1.32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250545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interface, session state, file uploader, forms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5727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19088" y="1828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489" y="19762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17922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NL→SQL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50608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(2.5-flash)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19088" y="250545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google-genai SDK — the current unified SDK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12724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5306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536192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BigQuery ≥3.17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04672" y="405993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cost estimate + execution → pandas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63056" y="312724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9088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489" y="353068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0608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50608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service_account creds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419088" y="405993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uploaded key, held in memory only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68172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4937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508516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36192" y="4901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536192" y="5138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· db-dtypes · pyarrow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04672" y="56144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BigQuery to_dataframe() conversion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63056" y="468172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19088" y="4937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489" y="5085161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50608" y="4901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VALIDATION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150608" y="5138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sqlparse ≥0.4.4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6419088" y="56144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single SELECT / WITH statement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(dev env 3.14) · no framework-specific runtime beyond Streamlit's own server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 — no single layer trusted alone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1773936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177" y="1907073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7007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service account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23560" y="1700784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roles/bigquery.dataViewer + jobUser — the first and most important layer.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79806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463040" y="2743200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77" y="2876337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8840" y="26700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guardrail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623560" y="2670048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SELECT/WITH only; rejects INSERT, UPDATE, DELETE, MERGE, DROP, CREATE, ALTER…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51129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376732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463040" y="3712464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77" y="3845601"/>
            <a:ext cx="245791" cy="24579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48840" y="3639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limiting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623560" y="3639312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query without an explicit LIMIT gets one appended automatically.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4480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473659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1463040" y="4681728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177" y="4814865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148840" y="46085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control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5623560" y="4608576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dry-run first; rejected before touching data if over the byte cap.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544982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33" name="Shape 27"/>
          <p:cNvSpPr/>
          <p:nvPr/>
        </p:nvSpPr>
        <p:spPr>
          <a:xfrm>
            <a:off x="822960" y="570585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5705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1463040" y="5650992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177" y="5784129"/>
            <a:ext cx="245791" cy="24579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148840" y="5577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Session-only secrets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5623560" y="5577840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in st.session_state for the session; nothing persisted. Reconfigure discards them.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today vs. on the roadmap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0402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110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today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980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715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client-side, self-serve setup flow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3814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355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Schema-grounded NL→SQL with multi-turn follow-ups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782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9959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guardrail + cost-control pipeline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71830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600" y="46360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generated-SQL transparency + CSV export</a:t>
            </a: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358384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71600" y="5276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configuration required at all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6400800" y="1600200"/>
            <a:ext cx="5239512" cy="4526280"/>
          </a:xfrm>
          <a:prstGeom prst="roundRect">
            <a:avLst>
              <a:gd name="adj" fmla="val 2020"/>
            </a:avLst>
          </a:prstGeom>
          <a:solidFill>
            <a:srgbClr val="0A2E36"/>
          </a:solidFill>
          <a:ln/>
        </p:spPr>
      </p:sp>
      <p:sp>
        <p:nvSpPr>
          <p:cNvPr id="19" name="Shape 11"/>
          <p:cNvSpPr/>
          <p:nvPr/>
        </p:nvSpPr>
        <p:spPr>
          <a:xfrm>
            <a:off x="6720840" y="1892808"/>
            <a:ext cx="566928" cy="566928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241" y="2040209"/>
            <a:ext cx="272125" cy="2721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06640" y="19110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roadmap</a:t>
            </a:r>
            <a:endParaRPr lang="en-US" sz="1800" dirty="0"/>
          </a:p>
        </p:txBody>
      </p:sp>
      <p:sp>
        <p:nvSpPr>
          <p:cNvPr id="22" name="Shape 13"/>
          <p:cNvSpPr/>
          <p:nvPr/>
        </p:nvSpPr>
        <p:spPr>
          <a:xfrm>
            <a:off x="6803136" y="28437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4"/>
          <p:cNvSpPr/>
          <p:nvPr/>
        </p:nvSpPr>
        <p:spPr>
          <a:xfrm>
            <a:off x="7150608" y="271576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auto-discovery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7150608" y="300837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list_datasets() to pick from a real list instead of typing IDs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6803136" y="35021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17"/>
          <p:cNvSpPr/>
          <p:nvPr/>
        </p:nvSpPr>
        <p:spPr>
          <a:xfrm>
            <a:off x="7150608" y="3374136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GCS signed-URL export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7150608" y="366674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persistent links as a CSV alternative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6803136" y="4160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0"/>
          <p:cNvSpPr/>
          <p:nvPr/>
        </p:nvSpPr>
        <p:spPr>
          <a:xfrm>
            <a:off x="7150608" y="4032504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auto-generation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150608" y="432511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numeric result sets automatically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803136" y="48188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3"/>
          <p:cNvSpPr/>
          <p:nvPr/>
        </p:nvSpPr>
        <p:spPr>
          <a:xfrm>
            <a:off x="7150608" y="4690872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Edit-last-query intent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7150608" y="498348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multi-turn refinement handling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803136" y="54772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26"/>
          <p:cNvSpPr/>
          <p:nvPr/>
        </p:nvSpPr>
        <p:spPr>
          <a:xfrm>
            <a:off x="7150608" y="5349240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audit logging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7150608" y="5641848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queries per user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BigQuery NL Chatbot</dc:title>
  <dc:subject>PptxGenJS Presentation</dc:subject>
  <dc:creator>Islauddin</dc:creator>
  <cp:lastModifiedBy>Islauddin</cp:lastModifiedBy>
  <cp:revision>1</cp:revision>
  <dcterms:created xsi:type="dcterms:W3CDTF">2026-07-06T07:37:13Z</dcterms:created>
  <dcterms:modified xsi:type="dcterms:W3CDTF">2026-07-06T07:37:13Z</dcterms:modified>
</cp:coreProperties>
</file>